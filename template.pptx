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2C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4BF14-5109-13E9-92CB-52713DB80E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1B2C57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704436-B240-75B5-416E-3431811BA8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9AEF8-3564-4D2E-7E28-1141DBB87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15A9E-7FC6-60FC-CC8D-EA059B2A6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7E90D-62B7-4789-BD76-D6360EEFD970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BE2DA1BB-1BB1-516B-24FC-C7FF355ECD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4667" y="136525"/>
            <a:ext cx="900000" cy="900000"/>
          </a:xfrm>
          <a:prstGeom prst="rect">
            <a:avLst/>
          </a:prstGeom>
        </p:spPr>
      </p:pic>
      <p:pic>
        <p:nvPicPr>
          <p:cNvPr id="9" name="Picture 8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FB2B37CA-FE3C-7312-0CF9-10BE899F63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751" y="136525"/>
            <a:ext cx="3399223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530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81AEA-9AA5-0275-0B80-CA86726BC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B2C57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6EB58-5767-A184-CE17-9D8A39614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DA986-181A-C483-F58A-7A3D8AA03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3D775-95EA-6A13-6762-8EA0EBDC6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7E90D-62B7-4789-BD76-D6360EEFD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459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11BE9-F4F8-2D14-CAB6-A7AB9C73C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1B2C57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15C00-0295-FF1F-4950-DDC184E9D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C0FDE-BCD7-EBAF-F1D8-D139D43F4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743C7-20F3-5E10-CA6B-2743A04F8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7E90D-62B7-4789-BD76-D6360EEFD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0348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64D31-5E3B-8F65-88EC-5D4E91080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B2C57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BAB2C-5701-3931-8593-FC53E2CFCB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B65C1-B95F-1087-0723-A777DB0D92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2AD5F0-9526-C582-5313-CD418A997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1F1823-064E-6FA5-72CA-CB411AC51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7E90D-62B7-4789-BD76-D6360EEFD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66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51F0D-46BF-E019-7ABE-2ED6B5D10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1B2C57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94657-1B1C-44D5-0D20-05244089B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B20DA8-4F82-1BC7-0C49-1DFB299535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7775EF-307E-B3C1-7357-584641D1D6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06C4FC-F742-BBFE-4B0A-8F053CAAA7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2231D0-AED6-8C89-C1EC-21B923DD0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B66BB9-A07E-94F6-46F5-0CD6445B2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7E90D-62B7-4789-BD76-D6360EEFD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4242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5F4C9-0A35-55CC-4728-774B9241E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B2C57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AA4347-09D3-8942-FA0C-C6E44BDDC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B807FC-39A4-C78A-D774-CE997B6E0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7E90D-62B7-4789-BD76-D6360EEFD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6925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338337-4A7A-AB92-B857-E9C42B632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6D3290-5894-8698-7A7A-5551C0902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7E90D-62B7-4789-BD76-D6360EEFD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2887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E4D32-A320-2486-F3F3-87F5EFA1E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D4E32-6FD2-C6C4-8A3E-A76B1E465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582802-0D3B-FCAF-47CD-020DE8CE50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57381-7673-FD02-2623-C9CE54E93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8B4A4-F141-131A-3B3B-FFCBF9E34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7E90D-62B7-4789-BD76-D6360EEFD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8182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4BC41-4626-D098-EE2D-F566C43E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EE26B8-FBA6-0E83-6E1B-296F88B59F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54B6ED-FDF1-D504-451E-719E155370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FB7C5-3127-9D3D-BDA1-EFC33D7FF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7C26EF-0B14-63C9-FC28-2AF99C49C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7E90D-62B7-4789-BD76-D6360EEFD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3777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38CDC-3E97-66C8-98E8-063590220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A89C2D-2C07-C14C-982B-E3E7C38956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10B33-6275-E8C8-A16B-D0A815A61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17149-6C3D-6471-6429-20B0BFDDE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7E90D-62B7-4789-BD76-D6360EEFD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8608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75FA4A-5BCA-637C-58C4-B464D2A07E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3F525C-A19B-2DA4-BA5C-D0C886684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DE0E1-BD9B-F991-D068-B0BDE85B5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4E58B-D966-F672-BF95-4AF45945B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7E90D-62B7-4789-BD76-D6360EEFD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4266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8D4057-0B2D-69C9-2E63-43C012434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8568E4-BE54-E92D-71D2-C5E1E0621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8D562-DA0B-E13C-8248-FA5F1F7198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93922-EB1C-97D7-D927-D455C1B8AE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fld id="{CFA7E90D-62B7-4789-BD76-D6360EEFD97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0889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oppins" panose="00000500000000000000" pitchFamily="2" charset="0"/>
          <a:ea typeface="+mj-ea"/>
          <a:cs typeface="Poppins" panose="000005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186BD-6CA1-C6D0-1F14-646A7C2BB8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5A71AA-D3C6-50F2-58C6-BC90E8CB77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689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58284-BF72-8D4B-422B-AF019FCCD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20724-AB35-BD6D-3592-0B5C534CA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4035547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Poppins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Jonny Currie</dc:creator>
  <cp:lastModifiedBy>Jonny Currie</cp:lastModifiedBy>
  <cp:revision>7</cp:revision>
  <dcterms:created xsi:type="dcterms:W3CDTF">2024-06-30T21:02:21Z</dcterms:created>
  <dcterms:modified xsi:type="dcterms:W3CDTF">2024-09-01T20:27:50Z</dcterms:modified>
</cp:coreProperties>
</file>